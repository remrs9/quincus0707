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F6DB-3DDC-4524-AC15-44EF6197B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B53D-5BDF-4D80-B2EE-5D75FA610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B8D26-8BAC-4D31-912E-53614440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7DAE-0638-464D-9F54-5C9734A2D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84014-C3A7-4EA1-B761-38F31E47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5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D5B8-4037-4C4B-B285-13650CC0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04E3-B736-46C4-99CA-9879942F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0A034-8310-4A5C-A423-6AD08410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D25A1-1373-4A1A-AA6E-5B914F7F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75121-79F0-4834-AC1A-9A0739D7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54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06C0-CD12-41D1-B2F9-4DD46A5C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635D-9881-43D6-9251-02C4E22A2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7AB51-23E9-4FED-8722-E945BE37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30A56-7D6E-4DDE-AA1E-D5BD90E9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6949-1A5A-4ADB-BF22-4F2DA801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05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8AF5-7CF6-4239-9175-D2868ADD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882CA-7300-4378-B01A-BA4467FAD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B2F08-83A3-4128-B4C1-C477CBD30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8C8E-4FF7-4D41-9268-2EE3A12C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9D2EC-0670-4414-8F66-A908460B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2A5A-5728-4828-A8BF-5838C431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5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C761-9832-4F64-B0CA-66ABB8BF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444E1-4287-4413-9335-6AF96463C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EFC1E-DB8B-4C48-95F7-413921075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C7B54-071D-4D7D-A797-C806F96CE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B10E0-1FD9-4F87-BCDD-E6807BA7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ED7C6F-96C0-4A0E-9F7D-F1473E6B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4EACC-3DF1-4B73-B893-D5BFE411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35FC0-1CDF-4383-B607-82D34722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40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BA09-2FAF-43FD-AE2E-5A20CC36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70C43C-58C3-4118-9056-D63367DA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10EDF-907D-4667-90AA-6965A973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68074-AFCB-4154-BF5F-D7D7300C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83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DCBEB-F5B8-4820-8448-C485C6AE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0D477-AC7C-4666-88FD-B80A2CAD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4E74E-E6BA-4313-95DE-FD0BBAFC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53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06D8-D0D4-45FA-B63F-F2E838C0D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419F-4FA9-43C3-9C18-6C42F8E43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CAA91-1778-4D5F-A60C-6E49FFBED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0FB94-6227-4B96-B095-D4D274E1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9FB60-7227-4B1B-9930-EF811BE5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E4031-D514-4263-8F50-14696757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9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AD9C-1AE6-4DC2-87D3-E40A4189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D0368-9E85-43C4-928C-079330E70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EBFFA-FF1D-47A8-B3C6-ACD924655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F4E1-52FC-4FD6-9477-DD245EC8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8DDF6-B6E3-4208-ADFA-108AFE69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C4227-AC90-47A9-A45B-F4B4A86D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6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DC3C-8E15-49CA-8D49-2466B16A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ACB4E-7298-40F7-85A8-558F09066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F75D-E8B9-443E-859A-CE8FC896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233B2-1908-42B0-AE90-BB2795FE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BD773-1A16-4260-B88E-1205281A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77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C234A-91BB-4AFE-ACC5-3193C84F6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F6508-9EA9-4499-BD0A-0F0BFA857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75391-A72F-401D-B7B8-20202704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B321B-A2D9-45F2-AC20-0DF4C69D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94DE8-D221-4B97-95FC-9EDEA6C7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6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589CF4-E781-4CFE-9097-9823D031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DDCED-813E-42C1-A4C8-ACC33F311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18598-6F21-4A88-BDCA-57F3165B6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D0C4-D85B-4679-AE55-237E1A3E20CA}" type="datetimeFigureOut">
              <a:rPr lang="en-US" smtClean="0"/>
              <a:t>5/3/2022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0B845-72FA-423F-BC85-24F0F6682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246EA-4DB4-494D-AA84-E05D49387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A0CD1-40A4-4FD2-BF70-B6C6C12F08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64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oleObject" Target="../embeddings/oleObject1.bin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package" Target="../embeddings/Microsoft_Excel_Macro-Enabled_Worksheet.xlsm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jpeg"/><Relationship Id="rId1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5DBF6-0BD7-4505-85B2-75AE01D42267}"/>
              </a:ext>
            </a:extLst>
          </p:cNvPr>
          <p:cNvSpPr txBox="1"/>
          <p:nvPr/>
        </p:nvSpPr>
        <p:spPr>
          <a:xfrm>
            <a:off x="3204642" y="2353641"/>
            <a:ext cx="5782716" cy="215071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Swivel Chair Operation RTM and Quincus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42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2489AF8-7B50-4E5D-8407-37AB7331504F}"/>
              </a:ext>
            </a:extLst>
          </p:cNvPr>
          <p:cNvSpPr/>
          <p:nvPr/>
        </p:nvSpPr>
        <p:spPr>
          <a:xfrm>
            <a:off x="9096878" y="853757"/>
            <a:ext cx="2705069" cy="58057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20C5B-8127-4380-95D8-5D9BAF57EAB8}"/>
              </a:ext>
            </a:extLst>
          </p:cNvPr>
          <p:cNvSpPr/>
          <p:nvPr/>
        </p:nvSpPr>
        <p:spPr>
          <a:xfrm>
            <a:off x="703188" y="884468"/>
            <a:ext cx="2705069" cy="580576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BF024EF-3936-4D60-AD0B-6A23B7A86838}"/>
              </a:ext>
            </a:extLst>
          </p:cNvPr>
          <p:cNvSpPr/>
          <p:nvPr/>
        </p:nvSpPr>
        <p:spPr>
          <a:xfrm>
            <a:off x="3704244" y="3522285"/>
            <a:ext cx="4711917" cy="324452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6F1EBE-5E7C-4575-88EE-7E28A348DF81}"/>
              </a:ext>
            </a:extLst>
          </p:cNvPr>
          <p:cNvSpPr/>
          <p:nvPr/>
        </p:nvSpPr>
        <p:spPr>
          <a:xfrm>
            <a:off x="4972234" y="884468"/>
            <a:ext cx="1765376" cy="25445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Computer with solid fill">
            <a:extLst>
              <a:ext uri="{FF2B5EF4-FFF2-40B4-BE49-F238E27FC236}">
                <a16:creationId xmlns:a16="http://schemas.microsoft.com/office/drawing/2014/main" id="{38BF1EE8-510A-4529-B98E-57F73E18A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994" y="853757"/>
            <a:ext cx="1427584" cy="1721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6E2651-A0E1-44C6-89DA-314D71BEA861}"/>
              </a:ext>
            </a:extLst>
          </p:cNvPr>
          <p:cNvSpPr txBox="1"/>
          <p:nvPr/>
        </p:nvSpPr>
        <p:spPr>
          <a:xfrm>
            <a:off x="1156994" y="2472617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SPLUS/RTM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B8EA11-AC91-4D67-AD70-F0E611BEC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182" y="1247528"/>
            <a:ext cx="1057476" cy="590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519D3A-2AB9-404F-B9A8-5719B43410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0268" y="921610"/>
            <a:ext cx="2115982" cy="5503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963E59D-E232-493B-B656-34344E593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267" y="1529218"/>
            <a:ext cx="2115982" cy="12684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00E9146-243D-49BC-A012-6B0E21E4E8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249" y="4001566"/>
            <a:ext cx="3123909" cy="233325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CC467A1-B2A6-4AE4-BCF4-D64F86EBCC3C}"/>
              </a:ext>
            </a:extLst>
          </p:cNvPr>
          <p:cNvSpPr txBox="1"/>
          <p:nvPr/>
        </p:nvSpPr>
        <p:spPr>
          <a:xfrm>
            <a:off x="5184072" y="3638171"/>
            <a:ext cx="175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UPS  Symphony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5D6CF8E-D6C8-4EEF-8894-FCEBC14331B1}"/>
              </a:ext>
            </a:extLst>
          </p:cNvPr>
          <p:cNvSpPr/>
          <p:nvPr/>
        </p:nvSpPr>
        <p:spPr>
          <a:xfrm>
            <a:off x="7047526" y="1564947"/>
            <a:ext cx="1280160" cy="22529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56E07EB4-47C6-4A33-BE56-7906B5AFE54A}"/>
              </a:ext>
            </a:extLst>
          </p:cNvPr>
          <p:cNvSpPr/>
          <p:nvPr/>
        </p:nvSpPr>
        <p:spPr>
          <a:xfrm rot="10800000">
            <a:off x="3600629" y="1541926"/>
            <a:ext cx="1280160" cy="225299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A34F72-51D8-43B2-9AC7-BE05C4060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097" y="1848167"/>
            <a:ext cx="1082358" cy="100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562D41-4DEF-40B4-8601-4A3A2912BEFC}"/>
              </a:ext>
            </a:extLst>
          </p:cNvPr>
          <p:cNvSpPr txBox="1"/>
          <p:nvPr/>
        </p:nvSpPr>
        <p:spPr>
          <a:xfrm>
            <a:off x="3342974" y="1221089"/>
            <a:ext cx="165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Pull and Upload into Quincus to facilitate dispatch activity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945F0E-98A5-4288-8DB1-F912B0505BDC}"/>
              </a:ext>
            </a:extLst>
          </p:cNvPr>
          <p:cNvSpPr/>
          <p:nvPr/>
        </p:nvSpPr>
        <p:spPr>
          <a:xfrm>
            <a:off x="3467776" y="815946"/>
            <a:ext cx="298471" cy="275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AC3C7D0-5E6A-4201-8CCD-B39BB822A0D5}"/>
              </a:ext>
            </a:extLst>
          </p:cNvPr>
          <p:cNvSpPr/>
          <p:nvPr/>
        </p:nvSpPr>
        <p:spPr>
          <a:xfrm>
            <a:off x="3476649" y="2207054"/>
            <a:ext cx="298471" cy="275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ACA4F24-66D7-4A94-9AC0-ABFA0BC7FE84}"/>
              </a:ext>
            </a:extLst>
          </p:cNvPr>
          <p:cNvSpPr/>
          <p:nvPr/>
        </p:nvSpPr>
        <p:spPr>
          <a:xfrm>
            <a:off x="6841950" y="817669"/>
            <a:ext cx="298471" cy="275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22B9BA4-6131-489D-BD2A-0D2EEAA7FFB8}"/>
              </a:ext>
            </a:extLst>
          </p:cNvPr>
          <p:cNvSpPr/>
          <p:nvPr/>
        </p:nvSpPr>
        <p:spPr>
          <a:xfrm>
            <a:off x="6839828" y="2207054"/>
            <a:ext cx="298471" cy="275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A37C25-0D44-4407-88EC-AF313D02CF5B}"/>
              </a:ext>
            </a:extLst>
          </p:cNvPr>
          <p:cNvSpPr txBox="1"/>
          <p:nvPr/>
        </p:nvSpPr>
        <p:spPr>
          <a:xfrm>
            <a:off x="6737610" y="1113157"/>
            <a:ext cx="21064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Received information from RTM and push into Quincus dispatch module and push to respective countries vendor</a:t>
            </a:r>
          </a:p>
        </p:txBody>
      </p:sp>
      <p:sp>
        <p:nvSpPr>
          <p:cNvPr id="43" name="Arrow: Left 42">
            <a:extLst>
              <a:ext uri="{FF2B5EF4-FFF2-40B4-BE49-F238E27FC236}">
                <a16:creationId xmlns:a16="http://schemas.microsoft.com/office/drawing/2014/main" id="{9D500F45-5729-402C-B58C-AD71B926DE4E}"/>
              </a:ext>
            </a:extLst>
          </p:cNvPr>
          <p:cNvSpPr/>
          <p:nvPr/>
        </p:nvSpPr>
        <p:spPr>
          <a:xfrm>
            <a:off x="3600629" y="2488865"/>
            <a:ext cx="1280160" cy="22529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FC688C-B201-4E48-AC90-438FDDC30646}"/>
              </a:ext>
            </a:extLst>
          </p:cNvPr>
          <p:cNvSpPr txBox="1"/>
          <p:nvPr/>
        </p:nvSpPr>
        <p:spPr>
          <a:xfrm>
            <a:off x="3439793" y="2730954"/>
            <a:ext cx="164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/>
              <a:t>Received updates into RTM for completed orders </a:t>
            </a:r>
            <a:endParaRPr lang="en-US" sz="900" dirty="0"/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F8A28A2E-ABE1-4365-B25D-A737846270F6}"/>
              </a:ext>
            </a:extLst>
          </p:cNvPr>
          <p:cNvSpPr/>
          <p:nvPr/>
        </p:nvSpPr>
        <p:spPr>
          <a:xfrm>
            <a:off x="7092851" y="2525147"/>
            <a:ext cx="1280160" cy="22529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BFD414-45AC-4842-BF2D-11A911C2BF2A}"/>
              </a:ext>
            </a:extLst>
          </p:cNvPr>
          <p:cNvSpPr txBox="1"/>
          <p:nvPr/>
        </p:nvSpPr>
        <p:spPr>
          <a:xfrm>
            <a:off x="6743725" y="2730954"/>
            <a:ext cx="184105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/>
              <a:t>Draw information from Quincus like POD  timestamp and push back to RTM  periodically(Maps?)</a:t>
            </a:r>
            <a:endParaRPr lang="en-US" sz="900" dirty="0"/>
          </a:p>
        </p:txBody>
      </p:sp>
      <p:sp>
        <p:nvSpPr>
          <p:cNvPr id="50" name="Arrow: Bent-Up 49">
            <a:extLst>
              <a:ext uri="{FF2B5EF4-FFF2-40B4-BE49-F238E27FC236}">
                <a16:creationId xmlns:a16="http://schemas.microsoft.com/office/drawing/2014/main" id="{E1B92338-2DB4-4AD9-AD1A-60138065D2BB}"/>
              </a:ext>
            </a:extLst>
          </p:cNvPr>
          <p:cNvSpPr/>
          <p:nvPr/>
        </p:nvSpPr>
        <p:spPr>
          <a:xfrm rot="5400000">
            <a:off x="1062331" y="3741573"/>
            <a:ext cx="2354030" cy="85841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722D6D-C82F-4181-9600-A1AA2EFC198B}"/>
              </a:ext>
            </a:extLst>
          </p:cNvPr>
          <p:cNvSpPr txBox="1"/>
          <p:nvPr/>
        </p:nvSpPr>
        <p:spPr>
          <a:xfrm>
            <a:off x="1400029" y="5546652"/>
            <a:ext cx="1977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Push information into Symphony to facilitate real time visibility, need to confirm how can maps be pulled and transfer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B5C229A-D27A-4984-8CBA-21143EEDFC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0267" y="2872664"/>
            <a:ext cx="2115982" cy="1268492"/>
          </a:xfrm>
          <a:prstGeom prst="rect">
            <a:avLst/>
          </a:prstGeom>
        </p:spPr>
      </p:pic>
      <p:sp>
        <p:nvSpPr>
          <p:cNvPr id="56" name="Oval 55">
            <a:extLst>
              <a:ext uri="{FF2B5EF4-FFF2-40B4-BE49-F238E27FC236}">
                <a16:creationId xmlns:a16="http://schemas.microsoft.com/office/drawing/2014/main" id="{9EB7B545-CB29-4639-B8B6-C2EDE733A5C2}"/>
              </a:ext>
            </a:extLst>
          </p:cNvPr>
          <p:cNvSpPr/>
          <p:nvPr/>
        </p:nvSpPr>
        <p:spPr>
          <a:xfrm>
            <a:off x="3054954" y="5006916"/>
            <a:ext cx="298471" cy="275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9732646-2FFE-4135-9B47-CE07413E3E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586114"/>
              </p:ext>
            </p:extLst>
          </p:nvPr>
        </p:nvGraphicFramePr>
        <p:xfrm>
          <a:off x="9757513" y="4354282"/>
          <a:ext cx="1196626" cy="880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Macro-Enabled Worksheet" showAsIcon="1" r:id="rId11" imgW="914400" imgH="771480" progId="Excel.SheetMacroEnabled.12">
                  <p:embed/>
                </p:oleObj>
              </mc:Choice>
              <mc:Fallback>
                <p:oleObj name="Macro-Enabled Worksheet" showAsIcon="1" r:id="rId11" imgW="914400" imgH="77148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57513" y="4354282"/>
                        <a:ext cx="1196626" cy="880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087004E-9818-4468-90A9-69CDEF3BF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773562"/>
              </p:ext>
            </p:extLst>
          </p:nvPr>
        </p:nvGraphicFramePr>
        <p:xfrm>
          <a:off x="9725243" y="5279952"/>
          <a:ext cx="14483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Packager Shell Object" showAsIcon="1" r:id="rId13" imgW="3013920" imgH="532800" progId="Package">
                  <p:embed/>
                </p:oleObj>
              </mc:Choice>
              <mc:Fallback>
                <p:oleObj name="Packager Shell Object" showAsIcon="1" r:id="rId13" imgW="3013920" imgH="532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725243" y="5279952"/>
                        <a:ext cx="1448338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FCAB7C3E-F78E-476D-98D3-6D46392DA06D}"/>
              </a:ext>
            </a:extLst>
          </p:cNvPr>
          <p:cNvSpPr txBox="1"/>
          <p:nvPr/>
        </p:nvSpPr>
        <p:spPr>
          <a:xfrm>
            <a:off x="9505558" y="5913271"/>
            <a:ext cx="197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Provides GPS Real Time Visibility, GEO fencing, capability </a:t>
            </a:r>
            <a:r>
              <a:rPr lang="en-US" sz="900" b="1" dirty="0" err="1"/>
              <a:t>etc</a:t>
            </a:r>
            <a:endParaRPr lang="en-US" sz="900" b="1" dirty="0"/>
          </a:p>
        </p:txBody>
      </p:sp>
    </p:spTree>
    <p:extLst>
      <p:ext uri="{BB962C8B-B14F-4D97-AF65-F5344CB8AC3E}">
        <p14:creationId xmlns:p14="http://schemas.microsoft.com/office/powerpoint/2010/main" val="99799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155</TotalTime>
  <Words>95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Macro-Enabled Worksheet</vt:lpstr>
      <vt:lpstr>Packager Shell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 hong lee</dc:creator>
  <cp:lastModifiedBy>sun hong lee</cp:lastModifiedBy>
  <cp:revision>18</cp:revision>
  <dcterms:created xsi:type="dcterms:W3CDTF">2022-05-03T05:43:14Z</dcterms:created>
  <dcterms:modified xsi:type="dcterms:W3CDTF">2022-05-03T09:13:55Z</dcterms:modified>
</cp:coreProperties>
</file>